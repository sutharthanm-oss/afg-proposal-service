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5F735723-A6CF-4739-8C9D-57E10724502F.png" descr="5F735723-A6CF-4739-8C9D-57E10724502F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55813" y="0"/>
            <a:ext cx="24495626" cy="137861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3C7D2918-2B5B-4FF1-A740-864408AE460F.png" descr="3C7D2918-2B5B-4FF1-A740-864408AE460F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24371046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C0574031-1A73-4BF9-B57E-698C35EC33D8.png" descr="C0574031-1A73-4BF9-B57E-698C35EC33D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"/>
            <a:ext cx="24384000" cy="137232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4bc2f7e8-ce48-4f81-bf5b-47749a2b94f7.png" descr="4bc2f7e8-ce48-4f81-bf5b-47749a2b94f7.png"/>
          <p:cNvPicPr>
            <a:picLocks noChangeAspect="1"/>
          </p:cNvPicPr>
          <p:nvPr/>
        </p:nvPicPr>
        <p:blipFill>
          <a:blip r:embed="rId3">
            <a:extLst/>
          </a:blip>
          <a:srcRect l="0" t="29033" r="0" b="27295"/>
          <a:stretch>
            <a:fillRect/>
          </a:stretch>
        </p:blipFill>
        <p:spPr>
          <a:xfrm>
            <a:off x="274202" y="397416"/>
            <a:ext cx="5991245" cy="26164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74B6065B-5B9D-40EE-9FD5-B748CE16B25F.png" descr="74B6065B-5B9D-40EE-9FD5-B748CE16B25F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0"/>
            <a:ext cx="24371046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5DA542E7-80AE-43D8-B5B8-643C8354CEB8.png" descr="5DA542E7-80AE-43D8-B5B8-643C8354CEB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-1"/>
            <a:ext cx="24371045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8D4E5E0F-FB3B-4875-997C-4E20AC4FBA20.png" descr="8D4E5E0F-FB3B-4875-997C-4E20AC4FBA20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1"/>
            <a:ext cx="24384001" cy="13723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90C84909-EF74-40D9-8E2C-EEB122481DAB.png" descr="90C84909-EF74-40D9-8E2C-EEB122481DA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71045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4C001BC1-8026-4A4B-B946-D29A3F25711B.png" descr="4C001BC1-8026-4A4B-B946-D29A3F25711B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" y="-7293"/>
            <a:ext cx="24384001" cy="13723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9CD2DA89-8024-436C-8F61-BB14506937C3.png" descr="9CD2DA89-8024-436C-8F61-BB14506937C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71045" cy="13716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